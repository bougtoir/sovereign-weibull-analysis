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9. Model Selection: AIC/BIC Comparison</a:t>
            </a:r>
          </a:p>
        </p:txBody>
      </p:sp>
      <p:pic>
        <p:nvPicPr>
          <p:cNvPr id="3" name="Picture 2" descr="fig_model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673" y="822960"/>
            <a:ext cx="693634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/>
            </a:pPr>
            <a:r>
              <a:t>Model selection comparison across Weibull, log-normal, gamma, and exponential distributions for all 31 polities. Left: ΔAIC relative to best-fitting model. Right: ΔBIC relative to best-fitting model. Filled circles = best model; open squares = competitive alternatives (Δ &lt; 2). Vertical dashed lines at Δ = 2 and Δ = 10.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10. Papacy: Pre-1000 CE vs Post-1000 CE</a:t>
            </a:r>
          </a:p>
        </p:txBody>
      </p:sp>
      <p:pic>
        <p:nvPicPr>
          <p:cNvPr id="3" name="Picture 2" descr="fig_pap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3331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/>
            </a:pPr>
            <a:r>
              <a:t>(A) Kaplan-Meier survival functions with fitted Weibull curves for pre-1000 CE (red, N=140) and post-1000 CE (blue, N=121). (B) Weibull probability plots (linearised ln-ln). (C) Reign duration histograms with fitted Weibull PDFs. Pre-1000 k=1.092 (near-exponential); post-1000 k=1.163 (mildly increasing hazard).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11. Roman Empire: Single vs Mixture Weibull</a:t>
            </a:r>
          </a:p>
        </p:txBody>
      </p:sp>
      <p:pic>
        <p:nvPicPr>
          <p:cNvPr id="3" name="Picture 2" descr="fig_roman_sale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42932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/>
            </a:pPr>
            <a:r>
              <a:t>(A) Probability density functions: data histogram (grey), single Weibull (blue, k=0.880), two-component mixture (red), with individual components shown. (B) Hazard functions: single model shows monotonically decreasing hazard; mixture produces bathtub curve consistent with Saleh (2019).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Supplementary Figure S1. Per-Polity Empirical vs Fitted Distributions</a:t>
            </a:r>
          </a:p>
        </p:txBody>
      </p:sp>
      <p:pic>
        <p:nvPicPr>
          <p:cNvPr id="3" name="Picture 2" descr="fig_s1_per_polity_f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658" y="822960"/>
            <a:ext cx="2600379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/>
            </a:pPr>
            <a:r>
              <a:t>Empirical Kaplan-Meier survival curves (black step functions) overlaid with fitted Weibull (blue solid), log-normal (red dashed), and gamma (green dotted) distributions for all 31 polities. Each panel shows polity name, sample size N, best-fitting model by AIC, and Weibull ΔAIC.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Figure 12. Sample Size Assessment</a:t>
            </a:r>
          </a:p>
        </p:txBody>
      </p:sp>
      <p:pic>
        <p:nvPicPr>
          <p:cNvPr id="3" name="Picture 2" descr="fig_sample_siz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22960"/>
            <a:ext cx="10972800" cy="46808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/>
            </a:pPr>
            <a:r>
              <a:t>(A) 95% CI width vs sample size N for all 31 polities (red = CI crosses k=1; blue = does not). Vertical dashed line at N=15 indicates minimum threshold for qualitative interpretation. (B) Forest plot of 95% CIs ordered by sample size, with k=1 reference 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